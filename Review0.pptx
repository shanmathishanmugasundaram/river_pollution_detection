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1" r:id="rId4"/>
    <p:sldId id="259" r:id="rId5"/>
    <p:sldId id="258" r:id="rId6"/>
    <p:sldId id="260" r:id="rId7"/>
    <p:sldId id="264" r:id="rId8"/>
    <p:sldId id="262" r:id="rId9"/>
    <p:sldId id="267" r:id="rId1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06704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0" y="1343025"/>
            <a:ext cx="1476375" cy="13811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999" y="4495800"/>
            <a:ext cx="1476375" cy="18383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3175" y="405828"/>
            <a:ext cx="4691380" cy="7254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29319" y="6386289"/>
            <a:ext cx="216534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205098" y="3581400"/>
            <a:ext cx="5540755" cy="285013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10" dirty="0">
                <a:latin typeface="Times New Roman"/>
                <a:cs typeface="Times New Roman"/>
              </a:rPr>
              <a:t>Date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: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25.06.2026</a:t>
            </a:r>
            <a:endParaRPr lang="en-IN" sz="200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IN" sz="2000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IN" sz="2000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000" b="1" spc="-10" dirty="0">
                <a:latin typeface="Times New Roman"/>
                <a:cs typeface="Times New Roman"/>
              </a:rPr>
              <a:t>Team Number : </a:t>
            </a:r>
            <a:r>
              <a:rPr lang="en-IN" sz="2000" spc="-10" dirty="0">
                <a:latin typeface="Times New Roman"/>
                <a:cs typeface="Times New Roman"/>
              </a:rPr>
              <a:t>D02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000" b="1" spc="-10" dirty="0">
                <a:latin typeface="Times New Roman"/>
                <a:cs typeface="Times New Roman"/>
              </a:rPr>
              <a:t>Team Guide : </a:t>
            </a:r>
            <a:r>
              <a:rPr lang="en-IN" sz="2000" spc="-10" dirty="0">
                <a:latin typeface="Times New Roman"/>
                <a:cs typeface="Times New Roman"/>
              </a:rPr>
              <a:t>Dr. R. Thamilselvan 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Times New Roman"/>
                <a:cs typeface="Times New Roman"/>
              </a:rPr>
              <a:t>Team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Members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:</a:t>
            </a:r>
            <a:endParaRPr lang="en-US" sz="2000" b="1" spc="-10" dirty="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lang="en-IN" sz="2000" b="1" spc="-10" dirty="0">
                <a:latin typeface="Times New Roman"/>
                <a:cs typeface="Times New Roman"/>
              </a:rPr>
              <a:t>		</a:t>
            </a:r>
            <a:r>
              <a:rPr lang="en-IN" sz="2000" spc="-10" dirty="0" err="1">
                <a:latin typeface="Times New Roman"/>
                <a:cs typeface="Times New Roman"/>
              </a:rPr>
              <a:t>Shanmathi</a:t>
            </a:r>
            <a:r>
              <a:rPr lang="en-IN" sz="2000" spc="-10" dirty="0">
                <a:latin typeface="Times New Roman"/>
                <a:cs typeface="Times New Roman"/>
              </a:rPr>
              <a:t> S (23CSR198)</a:t>
            </a: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lang="en-IN" sz="2000" spc="-10" dirty="0">
                <a:latin typeface="Times New Roman"/>
                <a:cs typeface="Times New Roman"/>
              </a:rPr>
              <a:t>		</a:t>
            </a:r>
            <a:r>
              <a:rPr lang="en-IN" sz="2000" spc="-10" dirty="0" err="1">
                <a:latin typeface="Times New Roman"/>
                <a:cs typeface="Times New Roman"/>
              </a:rPr>
              <a:t>Suhash</a:t>
            </a:r>
            <a:r>
              <a:rPr lang="en-IN" sz="2000" spc="-10" dirty="0">
                <a:latin typeface="Times New Roman"/>
                <a:cs typeface="Times New Roman"/>
              </a:rPr>
              <a:t> V (23CSR220)</a:t>
            </a: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lang="en-IN" sz="2000" spc="-10" dirty="0">
                <a:latin typeface="Times New Roman"/>
                <a:cs typeface="Times New Roman"/>
              </a:rPr>
              <a:t>		Varun Prasath M A (23CSR235)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B35B09-C5FD-0EC1-E8EB-46316CB0500E}"/>
              </a:ext>
            </a:extLst>
          </p:cNvPr>
          <p:cNvSpPr txBox="1"/>
          <p:nvPr/>
        </p:nvSpPr>
        <p:spPr>
          <a:xfrm>
            <a:off x="3600787" y="489466"/>
            <a:ext cx="5540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22CSP72 – PROJECT WORK II PHASE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2C564B-E500-C992-A42C-A5E97DD74060}"/>
              </a:ext>
            </a:extLst>
          </p:cNvPr>
          <p:cNvSpPr txBox="1"/>
          <p:nvPr/>
        </p:nvSpPr>
        <p:spPr>
          <a:xfrm>
            <a:off x="3271743" y="1614698"/>
            <a:ext cx="54864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River Pollution Forecasting and Early Warning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43200" y="673639"/>
            <a:ext cx="4572000" cy="602023"/>
          </a:xfrm>
          <a:prstGeom prst="rect">
            <a:avLst/>
          </a:prstGeom>
        </p:spPr>
        <p:txBody>
          <a:bodyPr vert="horz" wrap="square" lIns="0" tIns="19996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600" spc="-20" dirty="0"/>
              <a:t>PROBLEM</a:t>
            </a:r>
            <a:r>
              <a:rPr lang="en-IN" sz="2600" spc="-200" dirty="0"/>
              <a:t> </a:t>
            </a:r>
            <a:r>
              <a:rPr lang="en-IN" sz="2600" spc="-10" dirty="0"/>
              <a:t>STATEMENT</a:t>
            </a:r>
            <a:endParaRPr sz="2600"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4BB05F-401C-83E2-0D48-AE137FF67D58}"/>
              </a:ext>
            </a:extLst>
          </p:cNvPr>
          <p:cNvSpPr txBox="1"/>
          <p:nvPr/>
        </p:nvSpPr>
        <p:spPr>
          <a:xfrm>
            <a:off x="991830" y="1600200"/>
            <a:ext cx="4343400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SzPts val="19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river water quality monitoring systems detect pollution only after laboratory testing, resulting in delayed action. This project proposes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River Pollution Forecasting and Early Warning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predicts future pollution levels from historical water quality data, enabling early intervention and effective river management.</a:t>
            </a:r>
          </a:p>
          <a:p>
            <a:pPr algn="just">
              <a:lnSpc>
                <a:spcPct val="150000"/>
              </a:lnSpc>
              <a:buClrTx/>
              <a:buSzPts val="1900"/>
            </a:pP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How India's leather industry is polluting a major river basin | Dialogue Earth">
            <a:extLst>
              <a:ext uri="{FF2B5EF4-FFF2-40B4-BE49-F238E27FC236}">
                <a16:creationId xmlns:a16="http://schemas.microsoft.com/office/drawing/2014/main" id="{79FBF81B-99EC-5A63-EEF2-EDF435C2F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92459"/>
            <a:ext cx="3429001" cy="430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D468F-37B1-7557-7579-85881BAE0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462805"/>
            <a:ext cx="4691380" cy="492443"/>
          </a:xfrm>
        </p:spPr>
        <p:txBody>
          <a:bodyPr/>
          <a:lstStyle/>
          <a:p>
            <a:r>
              <a:rPr lang="en-IN" dirty="0"/>
              <a:t>Literature Survey 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295400"/>
            <a:ext cx="8077200" cy="51181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1 (2022): ANN-WT-LSTM Model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ANN, Wavelet Transform, and LSTM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river water quality prediction, improving prediction accuracy but lacking early warning and pollution risk analysis.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2 (2020): CNN-LSTM Model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CNN-LSTM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water quality and water level from historical data, but did not provide explainable predictions or decision support.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3 (2023): Temporal Fusion Transformer (TFT)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long-term water quality forecasting with improved accuracy, but lacked pollution risk prediction, early warning alerts, and Explainable AI.</a:t>
            </a:r>
          </a:p>
          <a:p>
            <a:pPr>
              <a:lnSpc>
                <a:spcPct val="150000"/>
              </a:lnSpc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541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AE49-49A9-86DA-CCD4-BC0A4F47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457200"/>
            <a:ext cx="2667000" cy="492443"/>
          </a:xfrm>
        </p:spPr>
        <p:txBody>
          <a:bodyPr/>
          <a:lstStyle/>
          <a:p>
            <a:r>
              <a:rPr lang="en-IN" dirty="0"/>
              <a:t>Research Gap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81AA0C-B5CA-B3E7-BCAA-1EAFB8B4D976}"/>
              </a:ext>
            </a:extLst>
          </p:cNvPr>
          <p:cNvSpPr txBox="1"/>
          <p:nvPr/>
        </p:nvSpPr>
        <p:spPr>
          <a:xfrm>
            <a:off x="1066800" y="1524000"/>
            <a:ext cx="7467600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focus mainly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prediction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do not provide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pollution risk classification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studies lack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proactive pollution management.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approaches do not 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predictions difficult to interpret.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models rely on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deep learning architecture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limiting their forecasting performance.</a:t>
            </a:r>
          </a:p>
        </p:txBody>
      </p:sp>
    </p:spTree>
    <p:extLst>
      <p:ext uri="{BB962C8B-B14F-4D97-AF65-F5344CB8AC3E}">
        <p14:creationId xmlns:p14="http://schemas.microsoft.com/office/powerpoint/2010/main" val="867097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53016" y="174809"/>
            <a:ext cx="4691380" cy="622477"/>
          </a:xfrm>
          <a:prstGeom prst="rect">
            <a:avLst/>
          </a:prstGeom>
        </p:spPr>
        <p:txBody>
          <a:bodyPr vert="horz" wrap="square" lIns="0" tIns="128777" rIns="0" bIns="0" rtlCol="0">
            <a:spAutoFit/>
          </a:bodyPr>
          <a:lstStyle/>
          <a:p>
            <a:pPr marL="1174750">
              <a:lnSpc>
                <a:spcPct val="100000"/>
              </a:lnSpc>
              <a:spcBef>
                <a:spcPts val="125"/>
              </a:spcBef>
            </a:pPr>
            <a:r>
              <a:rPr lang="en-IN" dirty="0"/>
              <a:t>Objectives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00449-3AE3-7462-1924-302801736ABB}"/>
              </a:ext>
            </a:extLst>
          </p:cNvPr>
          <p:cNvSpPr txBox="1"/>
          <p:nvPr/>
        </p:nvSpPr>
        <p:spPr>
          <a:xfrm>
            <a:off x="2895600" y="972095"/>
            <a:ext cx="42341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of the Proposed Work 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801885-1AFD-716C-2126-1D99335C7C35}"/>
              </a:ext>
            </a:extLst>
          </p:cNvPr>
          <p:cNvSpPr txBox="1"/>
          <p:nvPr/>
        </p:nvSpPr>
        <p:spPr>
          <a:xfrm>
            <a:off x="1051561" y="1752600"/>
            <a:ext cx="7178039" cy="398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deep learning model using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Fusion Transformer (TFT)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river pollution forecasting.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Water Quality Index (WQI)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pollution risk levels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historical water quality data.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 alerts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enable timely preventive actions. Integrate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(SHAP)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transparent and interpretable predictions.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river pollution management by supporting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environmental decision-making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5314-C00E-8D39-9D3E-21D958525E3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90188" y="609600"/>
            <a:ext cx="1563624" cy="517525"/>
          </a:xfrm>
        </p:spPr>
        <p:txBody>
          <a:bodyPr/>
          <a:lstStyle/>
          <a:p>
            <a:r>
              <a:rPr lang="en-IN" dirty="0"/>
              <a:t>Novelty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990600" y="1752600"/>
            <a:ext cx="7467600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ANN-assisted Temporal Fusion Transformer (TFT)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improved pollution forecasting.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Multi-task prediction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Water Quality Index (WQI), pollution risk, and future pollution levels.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transparent predictions and proactive river pollution management.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95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90800" y="228600"/>
            <a:ext cx="42306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2133600" y="1295400"/>
            <a:ext cx="67056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Water Quality Dataset</a:t>
            </a:r>
          </a:p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(Cleaning, Missing Value Handling using ANN, Normalization)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(pH, DO, BOD, COD, NH₃-N, Temperature, Turbidity)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Fusion Transformer (TFT)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(Time-Series River Pollution Forecasting)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(SHAP)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(Identify Important Factors)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Water Quality Index (WQI)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Pollution Risk (Low/Medium/High)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Early Warning Alerts</a:t>
            </a:r>
          </a:p>
        </p:txBody>
      </p:sp>
    </p:spTree>
    <p:extLst>
      <p:ext uri="{BB962C8B-B14F-4D97-AF65-F5344CB8AC3E}">
        <p14:creationId xmlns:p14="http://schemas.microsoft.com/office/powerpoint/2010/main" val="3238828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71800" y="228600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1143000"/>
            <a:ext cx="7620000" cy="4702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 1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Model for Water Quality Prediction Based on an Artificial Neural Network, Wavelet Transform, and Long Short-Term Memory – Junhao Wu,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Zhaocai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Wang, 2022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 2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Water Level and Water Quality Using a CNN-LSTM Combined Deep Learning Approach – 2020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 3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Fusion Transformer: A Deep Learning Approach for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Forecasting River Water Quality Index – 2023</a:t>
            </a:r>
          </a:p>
          <a:p>
            <a:pPr>
              <a:lnSpc>
                <a:spcPct val="150000"/>
              </a:lnSpc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540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19400" y="3276600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 </a:t>
            </a:r>
            <a:r>
              <a:rPr lang="en-IN" sz="4800" b="1" dirty="0"/>
              <a:t>Thank You 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727239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1475</TotalTime>
  <Words>575</Words>
  <Application>Microsoft Office PowerPoint</Application>
  <PresentationFormat>On-screen Show (4:3)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MT</vt:lpstr>
      <vt:lpstr>Calibri</vt:lpstr>
      <vt:lpstr>Times New Roman</vt:lpstr>
      <vt:lpstr>Office Theme</vt:lpstr>
      <vt:lpstr>PowerPoint Presentation</vt:lpstr>
      <vt:lpstr>PROBLEM STATEMENT</vt:lpstr>
      <vt:lpstr>Literature Survey </vt:lpstr>
      <vt:lpstr>Research Gap</vt:lpstr>
      <vt:lpstr>Objectives</vt:lpstr>
      <vt:lpstr>Novelty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SHANMATHI S</cp:lastModifiedBy>
  <cp:revision>18</cp:revision>
  <dcterms:created xsi:type="dcterms:W3CDTF">2026-04-28T09:54:59Z</dcterms:created>
  <dcterms:modified xsi:type="dcterms:W3CDTF">2026-07-03T10:51:33Z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2025-05-21T00:00:00Z</vt:filetime>
  </property>
  <property fmtid="{D5CDD505-2E9C-101B-9397-08002B2CF9AE}" pid="4" name="LastSaved">
    <vt:filetime>2026-04-28T00:00:00Z</vt:filetime>
  </property>
</Properties>
</file>